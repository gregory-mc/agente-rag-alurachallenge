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Bienvenido a TechNova</a:t>
            </a:r>
          </a:p>
          <a:p>
            <a:pPr>
              <a:defRPr sz="1800"/>
            </a:pPr>
            <a:r>
              <a:t>Primeros pasos para tu equipo</a:t>
            </a:r>
          </a:p>
          <a:p>
            <a:pPr>
              <a:defRPr sz="1800"/>
            </a:pPr>
            <a:r>
              <a:t>Gestión de proyectos y colaboración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Configura tu workspace</a:t>
            </a:r>
          </a:p>
          <a:p>
            <a:pPr>
              <a:defRPr sz="1800"/>
            </a:pPr>
            <a:r>
              <a:t>1. Crea tu primer proyecto</a:t>
            </a:r>
          </a:p>
          <a:p>
            <a:pPr>
              <a:defRPr sz="1800"/>
            </a:pPr>
            <a:r>
              <a:t>2. Invita a tu equipo desde Configuración → Miembros</a:t>
            </a:r>
          </a:p>
          <a:p>
            <a:pPr>
              <a:defRPr sz="1800"/>
            </a:pPr>
            <a:r>
              <a:t>3. Crea tareas y asígnalas con fecha límite</a:t>
            </a:r>
          </a:p>
          <a:p>
            <a:pPr>
              <a:defRPr sz="1800"/>
            </a:pPr>
            <a:r>
              <a:t>4. Organiza el trabajo en un tablero Kanban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Vistas para cada equipo</a:t>
            </a:r>
          </a:p>
          <a:p>
            <a:pPr>
              <a:defRPr sz="1800"/>
            </a:pPr>
            <a:r>
              <a:t>Kanban: flujo por estados</a:t>
            </a:r>
          </a:p>
          <a:p>
            <a:pPr>
              <a:defRPr sz="1800"/>
            </a:pPr>
            <a:r>
              <a:t>Lista: tareas en formato tabla</a:t>
            </a:r>
          </a:p>
          <a:p>
            <a:pPr>
              <a:defRPr sz="1800"/>
            </a:pPr>
            <a:r>
              <a:t>Calendario: por fecha límite</a:t>
            </a:r>
          </a:p>
          <a:p>
            <a:pPr>
              <a:defRPr sz="1800"/>
            </a:pPr>
            <a:r>
              <a:t>Gantt (Pro+): cronograma y dependencias</a:t>
            </a:r>
          </a:p>
          <a:p>
            <a:pPr>
              <a:defRPr sz="1800"/>
            </a:pPr>
            <a:r>
              <a:t>Carga de trabajo: balancea el equipo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Saca más provecho</a:t>
            </a:r>
          </a:p>
          <a:p>
            <a:pPr>
              <a:defRPr sz="1800"/>
            </a:pPr>
            <a:r>
              <a:t>Activa automatizaciones para tareas repetitivas</a:t>
            </a:r>
          </a:p>
          <a:p>
            <a:pPr>
              <a:defRPr sz="1800"/>
            </a:pPr>
            <a:r>
              <a:t>Conecta Slack y Google Drive</a:t>
            </a:r>
          </a:p>
          <a:p>
            <a:pPr>
              <a:defRPr sz="1800"/>
            </a:pPr>
            <a:r>
              <a:t>Usa plantillas de proyecto</a:t>
            </a:r>
          </a:p>
          <a:p>
            <a:pPr>
              <a:defRPr sz="1800"/>
            </a:pPr>
            <a:r>
              <a:t>Registra el tiempo y revisa reportes</a:t>
            </a:r>
          </a:p>
          <a:p>
            <a:pPr>
              <a:defRPr sz="1800"/>
            </a:pPr>
            <a:r>
              <a:t>Activa la verificación en dos pasos (2FA)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Elige tu plan</a:t>
            </a:r>
          </a:p>
          <a:p>
            <a:pPr>
              <a:defRPr sz="1800"/>
            </a:pPr>
            <a:r>
              <a:t>Free: para empezar</a:t>
            </a:r>
          </a:p>
          <a:p>
            <a:pPr>
              <a:defRPr sz="1800"/>
            </a:pPr>
            <a:r>
              <a:t>Starter y Pro: equipos en crecimiento</a:t>
            </a:r>
          </a:p>
          <a:p>
            <a:pPr>
              <a:defRPr sz="1800"/>
            </a:pPr>
            <a:r>
              <a:t>Business: roles, reportes y auditoría</a:t>
            </a:r>
          </a:p>
          <a:p>
            <a:pPr>
              <a:defRPr sz="1800"/>
            </a:pPr>
            <a:r>
              <a:t>Enterprise: SSO, SLA 99.95% y soporte 24/7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t>¿Necesitás ayuda?</a:t>
            </a:r>
          </a:p>
          <a:p>
            <a:pPr>
              <a:defRPr sz="1800"/>
            </a:pPr>
            <a:r>
              <a:t>Centro de ayuda y FAQ dentro de la app</a:t>
            </a:r>
          </a:p>
          <a:p>
            <a:pPr>
              <a:defRPr sz="1800"/>
            </a:pPr>
            <a:r>
              <a:t>soporte@technova.com</a:t>
            </a:r>
          </a:p>
          <a:p>
            <a:pPr>
              <a:defRPr sz="1800"/>
            </a:pPr>
            <a:r>
              <a:t>Estado del servicio: status.technova.com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