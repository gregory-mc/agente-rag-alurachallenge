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Bienvenido a TechNova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Primeros pasos para tu equipo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 tu workspace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Crea tu primer proyecto</a:t>
            </a:r>
          </a:p>
          <a:p>
            <a:r>
              <a:t>2. Invita a tu equipo desde Configuración → Miembros</a:t>
            </a:r>
          </a:p>
          <a:p>
            <a:r>
              <a:t>3. Crea tareas y asígnalas con fecha límite</a:t>
            </a:r>
          </a:p>
          <a:p>
            <a:r>
              <a:t>4. Organiza el trabajo en un tablero Kanban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Saca más provecho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Activa automatizaciones para tareas repetitivas</a:t>
            </a:r>
          </a:p>
          <a:p>
            <a:r>
              <a:t>Conecta Slack y Google Drive</a:t>
            </a:r>
          </a:p>
          <a:p>
            <a:r>
              <a:t>Activa la verificación en dos pasos (2FA)</a:t>
            </a:r>
          </a:p>
          <a:p>
            <a:r>
              <a:t>Explora las vistas Calendario y Gantt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